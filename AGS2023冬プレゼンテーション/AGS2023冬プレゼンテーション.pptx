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5"/>
  </p:notesMasterIdLst>
  <p:sldIdLst>
    <p:sldId id="256" r:id="rId2"/>
    <p:sldId id="258" r:id="rId3"/>
    <p:sldId id="257" r:id="rId4"/>
    <p:sldId id="259" r:id="rId5"/>
    <p:sldId id="260" r:id="rId6"/>
    <p:sldId id="262" r:id="rId7"/>
    <p:sldId id="261"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6322" autoAdjust="0"/>
  </p:normalViewPr>
  <p:slideViewPr>
    <p:cSldViewPr snapToGrid="0">
      <p:cViewPr varScale="1">
        <p:scale>
          <a:sx n="65" d="100"/>
          <a:sy n="65" d="100"/>
        </p:scale>
        <p:origin x="13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0A4433-F705-4031-8F92-CF349907EEB0}" type="datetimeFigureOut">
              <a:rPr kumimoji="1" lang="ja-JP" altLang="en-US" smtClean="0"/>
              <a:t>2023/2/12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EDDBB-592B-45A1-871C-1D8E63E7A714}" type="slidenum">
              <a:rPr kumimoji="1" lang="ja-JP" altLang="en-US" smtClean="0"/>
              <a:t>‹#›</a:t>
            </a:fld>
            <a:endParaRPr kumimoji="1" lang="ja-JP" altLang="en-US"/>
          </a:p>
        </p:txBody>
      </p:sp>
    </p:spTree>
    <p:extLst>
      <p:ext uri="{BB962C8B-B14F-4D97-AF65-F5344CB8AC3E}">
        <p14:creationId xmlns:p14="http://schemas.microsoft.com/office/powerpoint/2010/main" val="36989647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これから自分が作ったオリジナルゲームの「洞窟からの脱出」というゲームについてプレゼンしていきたいと思います。</a:t>
            </a:r>
            <a:endParaRPr kumimoji="1" lang="en-US" altLang="ja-JP" dirty="0"/>
          </a:p>
          <a:p>
            <a:r>
              <a:rPr kumimoji="1" lang="ja-JP" altLang="en-US" dirty="0"/>
              <a:t>まずは先日の予選で投票してくれた方やアドバイスをくださった先生方へこの場をお借りして感謝を伝えたいと思います。</a:t>
            </a:r>
            <a:endParaRPr kumimoji="1" lang="en-US" altLang="ja-JP" dirty="0"/>
          </a:p>
          <a:p>
            <a:r>
              <a:rPr kumimoji="1" lang="ja-JP" altLang="en-US" dirty="0"/>
              <a:t>本当にありがとうございました。</a:t>
            </a:r>
            <a:endParaRPr kumimoji="1" lang="en-US" altLang="ja-JP" dirty="0"/>
          </a:p>
          <a:p>
            <a:r>
              <a:rPr kumimoji="1" lang="ja-JP" altLang="en-US" dirty="0"/>
              <a:t>自分の作品が決勝に進むとは思ってもみなく</a:t>
            </a:r>
            <a:r>
              <a:rPr kumimoji="1" lang="ja-JP" altLang="en-US"/>
              <a:t>今本当に実感</a:t>
            </a:r>
            <a:r>
              <a:rPr kumimoji="1" lang="ja-JP" altLang="en-US" dirty="0"/>
              <a:t>があまりないのですが、</a:t>
            </a:r>
            <a:endParaRPr kumimoji="1" lang="en-US" altLang="ja-JP" dirty="0"/>
          </a:p>
          <a:p>
            <a:r>
              <a:rPr kumimoji="1" lang="ja-JP" altLang="en-US" dirty="0"/>
              <a:t>この場に立っているので皆さんに自分の作品の魅力がしっかり伝わるように今からプレゼンしていきたいと思います。</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1</a:t>
            </a:fld>
            <a:endParaRPr kumimoji="1" lang="ja-JP" altLang="en-US"/>
          </a:p>
        </p:txBody>
      </p:sp>
    </p:spTree>
    <p:extLst>
      <p:ext uri="{BB962C8B-B14F-4D97-AF65-F5344CB8AC3E}">
        <p14:creationId xmlns:p14="http://schemas.microsoft.com/office/powerpoint/2010/main" val="811211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今回のプレゼンは４つの項目で話していきたいと思います。</a:t>
            </a:r>
            <a:endParaRPr kumimoji="1" lang="en-US" altLang="ja-JP" dirty="0"/>
          </a:p>
          <a:p>
            <a:r>
              <a:rPr kumimoji="1" lang="ja-JP" altLang="en-US" dirty="0"/>
              <a:t>なぜこのゲームを製作したのか</a:t>
            </a:r>
            <a:endParaRPr kumimoji="1" lang="en-US" altLang="ja-JP" dirty="0"/>
          </a:p>
          <a:p>
            <a:r>
              <a:rPr kumimoji="1" lang="ja-JP" altLang="en-US" dirty="0"/>
              <a:t>ゲームについて</a:t>
            </a:r>
            <a:endParaRPr kumimoji="1" lang="en-US" altLang="ja-JP" dirty="0"/>
          </a:p>
          <a:p>
            <a:r>
              <a:rPr kumimoji="1" lang="ja-JP" altLang="en-US" dirty="0"/>
              <a:t>頑張ったこと意識したこと</a:t>
            </a:r>
            <a:endParaRPr kumimoji="1" lang="en-US" altLang="ja-JP" dirty="0"/>
          </a:p>
          <a:p>
            <a:r>
              <a:rPr kumimoji="1" lang="ja-JP" altLang="en-US" dirty="0"/>
              <a:t>技術的要素</a:t>
            </a:r>
            <a:endParaRPr kumimoji="1" lang="en-US" altLang="ja-JP" dirty="0"/>
          </a:p>
          <a:p>
            <a:r>
              <a:rPr kumimoji="1" lang="ja-JP" altLang="en-US" dirty="0"/>
              <a:t>のこの４つです。</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2</a:t>
            </a:fld>
            <a:endParaRPr kumimoji="1" lang="ja-JP" altLang="en-US"/>
          </a:p>
        </p:txBody>
      </p:sp>
    </p:spTree>
    <p:extLst>
      <p:ext uri="{BB962C8B-B14F-4D97-AF65-F5344CB8AC3E}">
        <p14:creationId xmlns:p14="http://schemas.microsoft.com/office/powerpoint/2010/main" val="4073234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まず最初になぜこのゲームを製作したのかについて話していきたいと思います。</a:t>
            </a:r>
            <a:endParaRPr kumimoji="1" lang="en-US" altLang="ja-JP" dirty="0"/>
          </a:p>
          <a:p>
            <a:r>
              <a:rPr kumimoji="1" lang="ja-JP" altLang="en-US" dirty="0"/>
              <a:t>私は</a:t>
            </a:r>
            <a:r>
              <a:rPr kumimoji="1" lang="en-US" altLang="ja-JP" dirty="0"/>
              <a:t>0</a:t>
            </a:r>
            <a:r>
              <a:rPr kumimoji="1" lang="ja-JP" altLang="en-US" dirty="0"/>
              <a:t>の状態からプログラムを書くことがあまりできないので何かベースになるものはないかなと考え、授業のゲームから何か作ろうと思いました。</a:t>
            </a:r>
            <a:endParaRPr kumimoji="1" lang="en-US" altLang="ja-JP" dirty="0"/>
          </a:p>
          <a:p>
            <a:r>
              <a:rPr kumimoji="1" lang="ja-JP" altLang="en-US" dirty="0"/>
              <a:t>そして、その授業で制作したゲームは見下ろし視点のゲームだったので、見下ろし視点のゲームでいいジャンルはないか探しました。</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3</a:t>
            </a:fld>
            <a:endParaRPr kumimoji="1" lang="ja-JP" altLang="en-US"/>
          </a:p>
        </p:txBody>
      </p:sp>
    </p:spTree>
    <p:extLst>
      <p:ext uri="{BB962C8B-B14F-4D97-AF65-F5344CB8AC3E}">
        <p14:creationId xmlns:p14="http://schemas.microsoft.com/office/powerpoint/2010/main" val="3939042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どのようなジャンルにしようか考えていくうちに脱出というゲームのジャンルが浮かんできて、この二つを掛け合わせたら面白いと思い見下ろし視点の脱出ゲームを作ろう！と思い制作に取り組んでいきました。</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4</a:t>
            </a:fld>
            <a:endParaRPr kumimoji="1" lang="ja-JP" altLang="en-US"/>
          </a:p>
        </p:txBody>
      </p:sp>
    </p:spTree>
    <p:extLst>
      <p:ext uri="{BB962C8B-B14F-4D97-AF65-F5344CB8AC3E}">
        <p14:creationId xmlns:p14="http://schemas.microsoft.com/office/powerpoint/2010/main" val="3618001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次にゲームについて話していきます。ゲーム内容はいたってシンプルで敵を倒しながら扉のスイッチを押し脱出ゲートに向かうことがプレイヤーの目標になります。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5</a:t>
            </a:fld>
            <a:endParaRPr kumimoji="1" lang="ja-JP" altLang="en-US"/>
          </a:p>
        </p:txBody>
      </p:sp>
    </p:spTree>
    <p:extLst>
      <p:ext uri="{BB962C8B-B14F-4D97-AF65-F5344CB8AC3E}">
        <p14:creationId xmlns:p14="http://schemas.microsoft.com/office/powerpoint/2010/main" val="322318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開発環境は使用した言語に</a:t>
            </a:r>
            <a:r>
              <a:rPr kumimoji="1" lang="en-US" altLang="ja-JP" dirty="0"/>
              <a:t>C</a:t>
            </a:r>
            <a:r>
              <a:rPr kumimoji="1" lang="ja-JP" altLang="en-US" dirty="0"/>
              <a:t>言語、</a:t>
            </a:r>
            <a:r>
              <a:rPr kumimoji="1" lang="en-US" altLang="ja-JP" dirty="0"/>
              <a:t>C++</a:t>
            </a:r>
            <a:r>
              <a:rPr kumimoji="1" lang="ja-JP" altLang="en-US" dirty="0"/>
              <a:t>言語</a:t>
            </a:r>
            <a:endParaRPr kumimoji="1" lang="en-US" altLang="ja-JP" dirty="0"/>
          </a:p>
          <a:p>
            <a:r>
              <a:rPr kumimoji="1" lang="ja-JP" altLang="en-US" dirty="0"/>
              <a:t>使用したライブラリは</a:t>
            </a:r>
            <a:r>
              <a:rPr kumimoji="1" lang="en-US" altLang="ja-JP" dirty="0"/>
              <a:t>DX</a:t>
            </a:r>
            <a:r>
              <a:rPr kumimoji="1" lang="ja-JP" altLang="en-US" dirty="0"/>
              <a:t>ライブラリ</a:t>
            </a:r>
            <a:endParaRPr kumimoji="1" lang="en-US" altLang="ja-JP" dirty="0"/>
          </a:p>
          <a:p>
            <a:r>
              <a:rPr kumimoji="1" lang="ja-JP" altLang="en-US" dirty="0"/>
              <a:t>使用したソフトは</a:t>
            </a:r>
            <a:r>
              <a:rPr kumimoji="1" lang="en-US" altLang="ja-JP" dirty="0"/>
              <a:t>Visual Studio 2022</a:t>
            </a:r>
          </a:p>
          <a:p>
            <a:r>
              <a:rPr kumimoji="1" lang="ja-JP" altLang="en-US" dirty="0"/>
              <a:t>となっています。</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6</a:t>
            </a:fld>
            <a:endParaRPr kumimoji="1" lang="ja-JP" altLang="en-US"/>
          </a:p>
        </p:txBody>
      </p:sp>
    </p:spTree>
    <p:extLst>
      <p:ext uri="{BB962C8B-B14F-4D97-AF65-F5344CB8AC3E}">
        <p14:creationId xmlns:p14="http://schemas.microsoft.com/office/powerpoint/2010/main" val="462338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ここからはプレイ動画を流しながら説明していきたいと思います。</a:t>
            </a:r>
            <a:endParaRPr kumimoji="1" lang="en-US" altLang="ja-JP" dirty="0"/>
          </a:p>
          <a:p>
            <a:r>
              <a:rPr kumimoji="1" lang="ja-JP" altLang="en-US" dirty="0"/>
              <a:t>まずこれがタイトル画面になっていて、次に操作説明が出てきます。このゲームは</a:t>
            </a:r>
            <a:r>
              <a:rPr kumimoji="1" lang="en-US" altLang="ja-JP" dirty="0"/>
              <a:t>3</a:t>
            </a:r>
            <a:r>
              <a:rPr kumimoji="1" lang="ja-JP" altLang="en-US" dirty="0"/>
              <a:t>つのボタンと左のスティックだけしか使いません。</a:t>
            </a:r>
            <a:endParaRPr kumimoji="1" lang="en-US" altLang="ja-JP" dirty="0"/>
          </a:p>
          <a:p>
            <a:r>
              <a:rPr kumimoji="1" lang="ja-JP" altLang="en-US" dirty="0"/>
              <a:t>このゲームはタイムアタック形式になっているので最速クリアを目指します。スタートメッセージが</a:t>
            </a:r>
            <a:r>
              <a:rPr kumimoji="1" lang="en-US" altLang="ja-JP" dirty="0"/>
              <a:t>GO</a:t>
            </a:r>
            <a:r>
              <a:rPr kumimoji="1" lang="ja-JP" altLang="en-US" dirty="0"/>
              <a:t>！になったら開始です。最初ドアが閉まったままなので開けるためにスイッチを押してドアを開けなければ進めないようにしています。</a:t>
            </a:r>
            <a:endParaRPr kumimoji="1" lang="en-US" altLang="ja-JP" dirty="0"/>
          </a:p>
          <a:p>
            <a:r>
              <a:rPr kumimoji="1" lang="ja-JP" altLang="en-US" dirty="0"/>
              <a:t>スイッチは</a:t>
            </a:r>
            <a:r>
              <a:rPr kumimoji="1" lang="en-US" altLang="ja-JP" dirty="0"/>
              <a:t>4</a:t>
            </a:r>
            <a:r>
              <a:rPr kumimoji="1" lang="ja-JP" altLang="en-US" dirty="0"/>
              <a:t>か所にあるので残りの</a:t>
            </a:r>
            <a:r>
              <a:rPr kumimoji="1" lang="en-US" altLang="ja-JP" dirty="0"/>
              <a:t>3</a:t>
            </a:r>
            <a:r>
              <a:rPr kumimoji="1" lang="ja-JP" altLang="en-US" dirty="0"/>
              <a:t>か所も見つけていきます。</a:t>
            </a:r>
            <a:endParaRPr kumimoji="1" lang="en-US" altLang="ja-JP" dirty="0"/>
          </a:p>
          <a:p>
            <a:r>
              <a:rPr kumimoji="1" lang="ja-JP" altLang="en-US" dirty="0"/>
              <a:t>そしてこのプレイヤーに襲い掛かってくる敵は矢で倒すことができます。敵をたくさん倒すと矢のレベルが上がって最大レベルが</a:t>
            </a:r>
            <a:r>
              <a:rPr kumimoji="1" lang="en-US" altLang="ja-JP" dirty="0"/>
              <a:t>5</a:t>
            </a:r>
            <a:r>
              <a:rPr kumimoji="1" lang="ja-JP" altLang="en-US" dirty="0"/>
              <a:t>になります。</a:t>
            </a:r>
            <a:endParaRPr kumimoji="1" lang="en-US" altLang="ja-JP" dirty="0"/>
          </a:p>
          <a:p>
            <a:r>
              <a:rPr kumimoji="1" lang="ja-JP" altLang="en-US" dirty="0"/>
              <a:t>すべてのスイッチを押したら脱出ゲートがある部屋が開きます。ですがそこにいるボスを倒さないと脱出することができません。このボスはレベルが５の状態でないと倒すのに時間がかかってしまいます。</a:t>
            </a:r>
            <a:endParaRPr kumimoji="1" lang="en-US" altLang="ja-JP" dirty="0"/>
          </a:p>
          <a:p>
            <a:r>
              <a:rPr kumimoji="1" lang="ja-JP" altLang="en-US" dirty="0"/>
              <a:t>なので矢のレベルを上げつつスイッチを押すのが大事になってきます。どのタイミングで矢のレベルを上げるのかでタイムが変わってきたりレベルはそこまで上げずにプレイヤーのスキルで立ち回っていくなどプレイヤーで攻略方法が変わってき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7</a:t>
            </a:fld>
            <a:endParaRPr kumimoji="1" lang="ja-JP" altLang="en-US"/>
          </a:p>
        </p:txBody>
      </p:sp>
    </p:spTree>
    <p:extLst>
      <p:ext uri="{BB962C8B-B14F-4D97-AF65-F5344CB8AC3E}">
        <p14:creationId xmlns:p14="http://schemas.microsoft.com/office/powerpoint/2010/main" val="3052165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3</a:t>
            </a:r>
            <a:r>
              <a:rPr kumimoji="1" lang="ja-JP" altLang="en-US" dirty="0"/>
              <a:t>つ目の頑張ったこと・意識したことについては、２つあり</a:t>
            </a:r>
            <a:endParaRPr kumimoji="1" lang="en-US" altLang="ja-JP" dirty="0"/>
          </a:p>
          <a:p>
            <a:r>
              <a:rPr kumimoji="1" lang="ja-JP" altLang="en-US" dirty="0"/>
              <a:t>マップチップの衝突判定</a:t>
            </a:r>
            <a:endParaRPr kumimoji="1" lang="en-US" altLang="ja-JP" dirty="0"/>
          </a:p>
          <a:p>
            <a:r>
              <a:rPr kumimoji="1" lang="ja-JP" altLang="en-US" dirty="0"/>
              <a:t>ユーザー目線に立って考えたこと</a:t>
            </a:r>
            <a:endParaRPr kumimoji="1" lang="en-US" altLang="ja-JP" dirty="0"/>
          </a:p>
          <a:p>
            <a:r>
              <a:rPr kumimoji="1" lang="ja-JP" altLang="en-US" dirty="0"/>
              <a:t>この２つです。</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8</a:t>
            </a:fld>
            <a:endParaRPr kumimoji="1" lang="ja-JP" altLang="en-US"/>
          </a:p>
        </p:txBody>
      </p:sp>
    </p:spTree>
    <p:extLst>
      <p:ext uri="{BB962C8B-B14F-4D97-AF65-F5344CB8AC3E}">
        <p14:creationId xmlns:p14="http://schemas.microsoft.com/office/powerpoint/2010/main" val="3506451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これがマップチップの衝突判定です。このプログラムはドア用の衝突判定です。ここでまずドアの番号があっているかスイッチを押しているかを判断してここで座標を更新させています。</a:t>
            </a:r>
            <a:endParaRPr kumimoji="1" lang="en-US" altLang="ja-JP" dirty="0"/>
          </a:p>
          <a:p>
            <a:r>
              <a:rPr kumimoji="1" lang="ja-JP" altLang="en-US" dirty="0"/>
              <a:t>これによってドアを通れないようにすることができました。</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9</a:t>
            </a:fld>
            <a:endParaRPr kumimoji="1" lang="ja-JP" altLang="en-US"/>
          </a:p>
        </p:txBody>
      </p:sp>
    </p:spTree>
    <p:extLst>
      <p:ext uri="{BB962C8B-B14F-4D97-AF65-F5344CB8AC3E}">
        <p14:creationId xmlns:p14="http://schemas.microsoft.com/office/powerpoint/2010/main" val="1178191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次にユーザー目線で考えたことは、</a:t>
            </a:r>
            <a:r>
              <a:rPr kumimoji="1" lang="en-US" altLang="ja-JP" dirty="0"/>
              <a:t>UI</a:t>
            </a:r>
            <a:r>
              <a:rPr kumimoji="1" lang="ja-JP" altLang="en-US" dirty="0"/>
              <a:t>や操作の説明画面を入れたことです。</a:t>
            </a:r>
            <a:endParaRPr kumimoji="1" lang="en-US" altLang="ja-JP" dirty="0"/>
          </a:p>
          <a:p>
            <a:r>
              <a:rPr kumimoji="1" lang="ja-JP" altLang="en-US" dirty="0"/>
              <a:t>あまりにも情報がないとどうやってプレイしたらいいのかわからないと思ったので、ゲームをする前に操作説明を付けました。これで操作方法が一通りわかるようになっています。</a:t>
            </a:r>
            <a:endParaRPr kumimoji="1" lang="en-US" altLang="ja-JP" dirty="0"/>
          </a:p>
          <a:p>
            <a:r>
              <a:rPr kumimoji="1" lang="ja-JP" altLang="en-US" dirty="0"/>
              <a:t>そしてゲーム中の</a:t>
            </a:r>
            <a:r>
              <a:rPr kumimoji="1" lang="en-US" altLang="ja-JP" dirty="0"/>
              <a:t>UI</a:t>
            </a:r>
            <a:r>
              <a:rPr kumimoji="1" lang="ja-JP" altLang="en-US" dirty="0"/>
              <a:t>は</a:t>
            </a:r>
            <a:r>
              <a:rPr kumimoji="1" lang="en-US" altLang="ja-JP" dirty="0"/>
              <a:t>HP</a:t>
            </a:r>
            <a:r>
              <a:rPr kumimoji="1" lang="ja-JP" altLang="en-US" dirty="0"/>
              <a:t>バーと矢のレベルそして時間を表示することで、情報をわかりやすく見せました。</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10</a:t>
            </a:fld>
            <a:endParaRPr kumimoji="1" lang="ja-JP" altLang="en-US"/>
          </a:p>
        </p:txBody>
      </p:sp>
    </p:spTree>
    <p:extLst>
      <p:ext uri="{BB962C8B-B14F-4D97-AF65-F5344CB8AC3E}">
        <p14:creationId xmlns:p14="http://schemas.microsoft.com/office/powerpoint/2010/main" val="3684150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4</a:t>
            </a:r>
            <a:r>
              <a:rPr kumimoji="1" lang="ja-JP" altLang="en-US" dirty="0"/>
              <a:t>つ目の技術的要素は今回はじめてクラスや継承を使うことができクラスでは、</a:t>
            </a:r>
            <a:r>
              <a:rPr kumimoji="1" lang="en-US" altLang="ja-JP" dirty="0" err="1"/>
              <a:t>GameScene</a:t>
            </a:r>
            <a:r>
              <a:rPr kumimoji="1" lang="ja-JP" altLang="en-US" dirty="0"/>
              <a:t>でいろいろな機能を初期化したり更新したりすることで、管理しやすくなりました。</a:t>
            </a:r>
            <a:endParaRPr kumimoji="1" lang="en-US" altLang="ja-JP" dirty="0"/>
          </a:p>
          <a:p>
            <a:r>
              <a:rPr kumimoji="1" lang="ja-JP" altLang="en-US" dirty="0"/>
              <a:t>継承は今回は、敵の部分で使いました。パラメーターの調整を敵ごとに変えて複数の敵を作ることができました。</a:t>
            </a:r>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11</a:t>
            </a:fld>
            <a:endParaRPr kumimoji="1" lang="ja-JP" altLang="en-US"/>
          </a:p>
        </p:txBody>
      </p:sp>
    </p:spTree>
    <p:extLst>
      <p:ext uri="{BB962C8B-B14F-4D97-AF65-F5344CB8AC3E}">
        <p14:creationId xmlns:p14="http://schemas.microsoft.com/office/powerpoint/2010/main" val="2646404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E9EDDBB-592B-45A1-871C-1D8E63E7A714}" type="slidenum">
              <a:rPr kumimoji="1" lang="ja-JP" altLang="en-US" smtClean="0"/>
              <a:t>13</a:t>
            </a:fld>
            <a:endParaRPr kumimoji="1" lang="ja-JP" altLang="en-US"/>
          </a:p>
        </p:txBody>
      </p:sp>
    </p:spTree>
    <p:extLst>
      <p:ext uri="{BB962C8B-B14F-4D97-AF65-F5344CB8AC3E}">
        <p14:creationId xmlns:p14="http://schemas.microsoft.com/office/powerpoint/2010/main" val="4142087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491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3120845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49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348563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141574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1382495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342466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71F53BF-C3F0-48C1-A656-08DAB6DC6B9F}" type="datetimeFigureOut">
              <a:rPr kumimoji="1" lang="ja-JP" altLang="en-US" smtClean="0"/>
              <a:t>2023/2/12</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2436737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337801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1558193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F8395E8-E2F5-4800-8083-CA7EC73EC260}" type="slidenum">
              <a:rPr kumimoji="1" lang="ja-JP" altLang="en-US" smtClean="0"/>
              <a:t>‹#›</a:t>
            </a:fld>
            <a:endParaRPr kumimoji="1" lang="ja-JP" altLang="en-US"/>
          </a:p>
        </p:txBody>
      </p:sp>
    </p:spTree>
    <p:extLst>
      <p:ext uri="{BB962C8B-B14F-4D97-AF65-F5344CB8AC3E}">
        <p14:creationId xmlns:p14="http://schemas.microsoft.com/office/powerpoint/2010/main" val="1821794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71F53BF-C3F0-48C1-A656-08DAB6DC6B9F}" type="datetimeFigureOut">
              <a:rPr kumimoji="1" lang="ja-JP" altLang="en-US" smtClean="0"/>
              <a:t>2023/2/12</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F8395E8-E2F5-4800-8083-CA7EC73EC260}" type="slidenum">
              <a:rPr kumimoji="1" lang="ja-JP" altLang="en-US" smtClean="0"/>
              <a:t>‹#›</a:t>
            </a:fld>
            <a:endParaRPr kumimoji="1" lang="ja-JP"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41752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68C02E4-E7F4-19EE-FFC4-F0F304578CEB}"/>
              </a:ext>
            </a:extLst>
          </p:cNvPr>
          <p:cNvSpPr txBox="1"/>
          <p:nvPr/>
        </p:nvSpPr>
        <p:spPr>
          <a:xfrm>
            <a:off x="1685363" y="1859340"/>
            <a:ext cx="8821271" cy="1569660"/>
          </a:xfrm>
          <a:prstGeom prst="rect">
            <a:avLst/>
          </a:prstGeom>
          <a:noFill/>
        </p:spPr>
        <p:txBody>
          <a:bodyPr wrap="square" rtlCol="0">
            <a:spAutoFit/>
          </a:bodyPr>
          <a:lstStyle/>
          <a:p>
            <a:pPr algn="ctr"/>
            <a:r>
              <a:rPr kumimoji="1" lang="ja-JP" altLang="en-US" sz="9600" dirty="0"/>
              <a:t>洞窟からの脱出</a:t>
            </a:r>
          </a:p>
        </p:txBody>
      </p:sp>
      <p:sp>
        <p:nvSpPr>
          <p:cNvPr id="3" name="テキスト ボックス 2">
            <a:extLst>
              <a:ext uri="{FF2B5EF4-FFF2-40B4-BE49-F238E27FC236}">
                <a16:creationId xmlns:a16="http://schemas.microsoft.com/office/drawing/2014/main" id="{CB41BAE2-B1B5-648F-CE99-D9E6F87301FA}"/>
              </a:ext>
            </a:extLst>
          </p:cNvPr>
          <p:cNvSpPr txBox="1"/>
          <p:nvPr/>
        </p:nvSpPr>
        <p:spPr>
          <a:xfrm>
            <a:off x="2178421" y="4123765"/>
            <a:ext cx="7835154" cy="707886"/>
          </a:xfrm>
          <a:prstGeom prst="rect">
            <a:avLst/>
          </a:prstGeom>
          <a:noFill/>
        </p:spPr>
        <p:txBody>
          <a:bodyPr wrap="square" rtlCol="0">
            <a:spAutoFit/>
          </a:bodyPr>
          <a:lstStyle/>
          <a:p>
            <a:pPr algn="ctr"/>
            <a:r>
              <a:rPr kumimoji="1" lang="ja-JP" altLang="en-US" sz="4000" dirty="0"/>
              <a:t>ゲーム・</a:t>
            </a:r>
            <a:r>
              <a:rPr kumimoji="1" lang="en-US" altLang="ja-JP" sz="4000" dirty="0"/>
              <a:t>CG</a:t>
            </a:r>
            <a:r>
              <a:rPr kumimoji="1" lang="ja-JP" altLang="en-US" sz="4000" dirty="0"/>
              <a:t>専攻科　</a:t>
            </a:r>
            <a:r>
              <a:rPr kumimoji="1" lang="en-US" altLang="ja-JP" sz="4000" dirty="0"/>
              <a:t>1</a:t>
            </a:r>
            <a:r>
              <a:rPr kumimoji="1" lang="ja-JP" altLang="en-US" sz="4000" dirty="0"/>
              <a:t>年　寺師遼</a:t>
            </a:r>
          </a:p>
        </p:txBody>
      </p:sp>
    </p:spTree>
    <p:extLst>
      <p:ext uri="{BB962C8B-B14F-4D97-AF65-F5344CB8AC3E}">
        <p14:creationId xmlns:p14="http://schemas.microsoft.com/office/powerpoint/2010/main" val="2997125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F8588D-6824-FD88-84AE-D4AF0CCC9249}"/>
              </a:ext>
            </a:extLst>
          </p:cNvPr>
          <p:cNvSpPr txBox="1"/>
          <p:nvPr/>
        </p:nvSpPr>
        <p:spPr>
          <a:xfrm>
            <a:off x="876299" y="960984"/>
            <a:ext cx="10439401" cy="4936031"/>
          </a:xfrm>
          <a:prstGeom prst="rect">
            <a:avLst/>
          </a:prstGeom>
          <a:noFill/>
        </p:spPr>
        <p:txBody>
          <a:bodyPr wrap="square" rtlCol="0">
            <a:spAutoFit/>
          </a:bodyPr>
          <a:lstStyle/>
          <a:p>
            <a:pPr>
              <a:lnSpc>
                <a:spcPct val="150000"/>
              </a:lnSpc>
            </a:pPr>
            <a:r>
              <a:rPr kumimoji="1" lang="en-US" altLang="ja-JP" sz="5400" dirty="0"/>
              <a:t>1.</a:t>
            </a:r>
            <a:r>
              <a:rPr lang="ja-JP" altLang="en-US" sz="5400" dirty="0"/>
              <a:t>なぜこのゲームを製作したのか</a:t>
            </a:r>
            <a:endParaRPr lang="en-US" altLang="ja-JP" sz="5400" dirty="0"/>
          </a:p>
          <a:p>
            <a:pPr>
              <a:lnSpc>
                <a:spcPct val="150000"/>
              </a:lnSpc>
            </a:pPr>
            <a:r>
              <a:rPr kumimoji="1" lang="en-US" altLang="ja-JP" sz="5400" dirty="0"/>
              <a:t>2.</a:t>
            </a:r>
            <a:r>
              <a:rPr kumimoji="1" lang="ja-JP" altLang="en-US" sz="5400" dirty="0"/>
              <a:t>ゲームについて</a:t>
            </a:r>
            <a:endParaRPr kumimoji="1" lang="en-US" altLang="ja-JP" sz="5400" dirty="0"/>
          </a:p>
          <a:p>
            <a:pPr>
              <a:lnSpc>
                <a:spcPct val="150000"/>
              </a:lnSpc>
            </a:pPr>
            <a:r>
              <a:rPr lang="en-US" altLang="ja-JP" sz="5400" dirty="0"/>
              <a:t>3.</a:t>
            </a:r>
            <a:r>
              <a:rPr lang="ja-JP" altLang="en-US" sz="5400" dirty="0"/>
              <a:t>頑張ったこと・意識したこと</a:t>
            </a:r>
            <a:endParaRPr lang="en-US" altLang="ja-JP" sz="5400" dirty="0"/>
          </a:p>
          <a:p>
            <a:pPr>
              <a:lnSpc>
                <a:spcPct val="150000"/>
              </a:lnSpc>
            </a:pPr>
            <a:r>
              <a:rPr kumimoji="1" lang="en-US" altLang="ja-JP" sz="5400" dirty="0"/>
              <a:t>4.</a:t>
            </a:r>
            <a:r>
              <a:rPr kumimoji="1" lang="ja-JP" altLang="en-US" sz="5400" dirty="0"/>
              <a:t>技術的要素</a:t>
            </a:r>
            <a:endParaRPr kumimoji="1" lang="en-US" altLang="ja-JP" sz="5400" dirty="0"/>
          </a:p>
        </p:txBody>
      </p:sp>
    </p:spTree>
    <p:extLst>
      <p:ext uri="{BB962C8B-B14F-4D97-AF65-F5344CB8AC3E}">
        <p14:creationId xmlns:p14="http://schemas.microsoft.com/office/powerpoint/2010/main" val="66019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0B8AD4-8620-99D1-2D3D-1F8D145FA7F0}"/>
              </a:ext>
            </a:extLst>
          </p:cNvPr>
          <p:cNvSpPr txBox="1"/>
          <p:nvPr/>
        </p:nvSpPr>
        <p:spPr>
          <a:xfrm>
            <a:off x="253290" y="336416"/>
            <a:ext cx="10778126" cy="830997"/>
          </a:xfrm>
          <a:prstGeom prst="rect">
            <a:avLst/>
          </a:prstGeom>
          <a:noFill/>
        </p:spPr>
        <p:txBody>
          <a:bodyPr wrap="square" rtlCol="0">
            <a:spAutoFit/>
          </a:bodyPr>
          <a:lstStyle/>
          <a:p>
            <a:pPr algn="ctr"/>
            <a:r>
              <a:rPr kumimoji="1" lang="ja-JP" altLang="en-US" sz="4800" dirty="0"/>
              <a:t>なぜこのゲームを製作しようと思ったのか</a:t>
            </a:r>
          </a:p>
        </p:txBody>
      </p:sp>
      <p:sp>
        <p:nvSpPr>
          <p:cNvPr id="5" name="テキスト ボックス 4">
            <a:extLst>
              <a:ext uri="{FF2B5EF4-FFF2-40B4-BE49-F238E27FC236}">
                <a16:creationId xmlns:a16="http://schemas.microsoft.com/office/drawing/2014/main" id="{5B97AC8B-AD8F-2A53-91CF-5170BA5A7490}"/>
              </a:ext>
            </a:extLst>
          </p:cNvPr>
          <p:cNvSpPr txBox="1"/>
          <p:nvPr/>
        </p:nvSpPr>
        <p:spPr>
          <a:xfrm>
            <a:off x="2567354" y="1753217"/>
            <a:ext cx="6400800" cy="1446550"/>
          </a:xfrm>
          <a:prstGeom prst="rect">
            <a:avLst/>
          </a:prstGeom>
          <a:noFill/>
        </p:spPr>
        <p:txBody>
          <a:bodyPr wrap="square" rtlCol="0">
            <a:spAutoFit/>
          </a:bodyPr>
          <a:lstStyle/>
          <a:p>
            <a:pPr algn="ctr"/>
            <a:r>
              <a:rPr kumimoji="1" lang="ja-JP" altLang="en-US" sz="4400" dirty="0"/>
              <a:t>授業のゲームから作れるものはないかな？</a:t>
            </a:r>
          </a:p>
        </p:txBody>
      </p:sp>
      <p:sp>
        <p:nvSpPr>
          <p:cNvPr id="6" name="矢印: 下 5">
            <a:extLst>
              <a:ext uri="{FF2B5EF4-FFF2-40B4-BE49-F238E27FC236}">
                <a16:creationId xmlns:a16="http://schemas.microsoft.com/office/drawing/2014/main" id="{ABC47004-C361-69B9-4EDB-D2723679DF54}"/>
              </a:ext>
            </a:extLst>
          </p:cNvPr>
          <p:cNvSpPr/>
          <p:nvPr/>
        </p:nvSpPr>
        <p:spPr>
          <a:xfrm>
            <a:off x="5310554" y="3446268"/>
            <a:ext cx="914400" cy="11605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1B7393F9-007B-2E60-37B5-6455ABD1691D}"/>
              </a:ext>
            </a:extLst>
          </p:cNvPr>
          <p:cNvSpPr txBox="1"/>
          <p:nvPr/>
        </p:nvSpPr>
        <p:spPr>
          <a:xfrm>
            <a:off x="1705708" y="4853354"/>
            <a:ext cx="8124092" cy="769441"/>
          </a:xfrm>
          <a:prstGeom prst="rect">
            <a:avLst/>
          </a:prstGeom>
          <a:noFill/>
        </p:spPr>
        <p:txBody>
          <a:bodyPr wrap="square" rtlCol="0">
            <a:spAutoFit/>
          </a:bodyPr>
          <a:lstStyle/>
          <a:p>
            <a:pPr algn="ctr"/>
            <a:r>
              <a:rPr kumimoji="1" lang="ja-JP" altLang="en-US" sz="4400" dirty="0"/>
              <a:t>見下ろし視点のゲームを作ろう！</a:t>
            </a:r>
          </a:p>
        </p:txBody>
      </p:sp>
    </p:spTree>
    <p:extLst>
      <p:ext uri="{BB962C8B-B14F-4D97-AF65-F5344CB8AC3E}">
        <p14:creationId xmlns:p14="http://schemas.microsoft.com/office/powerpoint/2010/main" val="220038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a:extLst>
              <a:ext uri="{FF2B5EF4-FFF2-40B4-BE49-F238E27FC236}">
                <a16:creationId xmlns:a16="http://schemas.microsoft.com/office/drawing/2014/main" id="{16DBFB89-CAD9-3159-3D9D-CCD3DB0875DC}"/>
              </a:ext>
            </a:extLst>
          </p:cNvPr>
          <p:cNvSpPr/>
          <p:nvPr/>
        </p:nvSpPr>
        <p:spPr>
          <a:xfrm>
            <a:off x="2250831" y="3103684"/>
            <a:ext cx="7690338" cy="3089031"/>
          </a:xfrm>
          <a:prstGeom prst="ellipse">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FCA3A08D-9977-5A82-CB09-5D2F03EB9C65}"/>
              </a:ext>
            </a:extLst>
          </p:cNvPr>
          <p:cNvSpPr txBox="1"/>
          <p:nvPr/>
        </p:nvSpPr>
        <p:spPr>
          <a:xfrm>
            <a:off x="2379785" y="3678704"/>
            <a:ext cx="7432431" cy="1938992"/>
          </a:xfrm>
          <a:prstGeom prst="rect">
            <a:avLst/>
          </a:prstGeom>
          <a:noFill/>
        </p:spPr>
        <p:txBody>
          <a:bodyPr wrap="square" rtlCol="0">
            <a:spAutoFit/>
          </a:bodyPr>
          <a:lstStyle/>
          <a:p>
            <a:pPr algn="ctr"/>
            <a:r>
              <a:rPr kumimoji="1" lang="ja-JP" altLang="en-US" sz="6000" dirty="0"/>
              <a:t>見下ろし視点の脱出ゲームを作ろう！</a:t>
            </a:r>
          </a:p>
        </p:txBody>
      </p:sp>
      <p:sp>
        <p:nvSpPr>
          <p:cNvPr id="5" name="テキスト ボックス 4">
            <a:extLst>
              <a:ext uri="{FF2B5EF4-FFF2-40B4-BE49-F238E27FC236}">
                <a16:creationId xmlns:a16="http://schemas.microsoft.com/office/drawing/2014/main" id="{EBE550E3-DBAB-4401-941C-AEE4EA8E4CF7}"/>
              </a:ext>
            </a:extLst>
          </p:cNvPr>
          <p:cNvSpPr txBox="1"/>
          <p:nvPr/>
        </p:nvSpPr>
        <p:spPr>
          <a:xfrm>
            <a:off x="2620107" y="732472"/>
            <a:ext cx="6951785" cy="1015663"/>
          </a:xfrm>
          <a:prstGeom prst="rect">
            <a:avLst/>
          </a:prstGeom>
          <a:noFill/>
        </p:spPr>
        <p:txBody>
          <a:bodyPr wrap="square" rtlCol="0">
            <a:spAutoFit/>
          </a:bodyPr>
          <a:lstStyle/>
          <a:p>
            <a:pPr algn="ctr"/>
            <a:r>
              <a:rPr kumimoji="1" lang="ja-JP" altLang="en-US" sz="6000" dirty="0"/>
              <a:t>脱出＋見下ろし視点</a:t>
            </a:r>
          </a:p>
        </p:txBody>
      </p:sp>
      <p:sp>
        <p:nvSpPr>
          <p:cNvPr id="6" name="矢印: 下 5">
            <a:extLst>
              <a:ext uri="{FF2B5EF4-FFF2-40B4-BE49-F238E27FC236}">
                <a16:creationId xmlns:a16="http://schemas.microsoft.com/office/drawing/2014/main" id="{7DF91E3D-7E3A-96A8-CD68-21E3386B1FB2}"/>
              </a:ext>
            </a:extLst>
          </p:cNvPr>
          <p:cNvSpPr/>
          <p:nvPr/>
        </p:nvSpPr>
        <p:spPr>
          <a:xfrm>
            <a:off x="5580184" y="1989403"/>
            <a:ext cx="1031630" cy="9730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6717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0720D15-BAFB-D259-3189-8F7BAD255FC7}"/>
              </a:ext>
            </a:extLst>
          </p:cNvPr>
          <p:cNvSpPr txBox="1"/>
          <p:nvPr/>
        </p:nvSpPr>
        <p:spPr>
          <a:xfrm>
            <a:off x="339970" y="339969"/>
            <a:ext cx="4267200" cy="830997"/>
          </a:xfrm>
          <a:prstGeom prst="rect">
            <a:avLst/>
          </a:prstGeom>
          <a:noFill/>
        </p:spPr>
        <p:txBody>
          <a:bodyPr wrap="square" rtlCol="0">
            <a:spAutoFit/>
          </a:bodyPr>
          <a:lstStyle/>
          <a:p>
            <a:pPr algn="ctr"/>
            <a:r>
              <a:rPr kumimoji="1" lang="ja-JP" altLang="en-US" sz="4800" dirty="0"/>
              <a:t>ゲームについて</a:t>
            </a:r>
          </a:p>
        </p:txBody>
      </p:sp>
      <p:sp>
        <p:nvSpPr>
          <p:cNvPr id="3" name="テキスト ボックス 2">
            <a:extLst>
              <a:ext uri="{FF2B5EF4-FFF2-40B4-BE49-F238E27FC236}">
                <a16:creationId xmlns:a16="http://schemas.microsoft.com/office/drawing/2014/main" id="{52A6616E-4182-3AF3-AE38-43BD9910B47D}"/>
              </a:ext>
            </a:extLst>
          </p:cNvPr>
          <p:cNvSpPr txBox="1"/>
          <p:nvPr/>
        </p:nvSpPr>
        <p:spPr>
          <a:xfrm>
            <a:off x="1985596" y="2459504"/>
            <a:ext cx="8220808" cy="1938992"/>
          </a:xfrm>
          <a:prstGeom prst="rect">
            <a:avLst/>
          </a:prstGeom>
          <a:noFill/>
        </p:spPr>
        <p:txBody>
          <a:bodyPr wrap="square" rtlCol="0">
            <a:spAutoFit/>
          </a:bodyPr>
          <a:lstStyle/>
          <a:p>
            <a:pPr algn="ctr"/>
            <a:r>
              <a:rPr kumimoji="1" lang="ja-JP" altLang="en-US" sz="6000" dirty="0"/>
              <a:t>敵を倒しながら脱出するゲームです</a:t>
            </a:r>
          </a:p>
        </p:txBody>
      </p:sp>
    </p:spTree>
    <p:extLst>
      <p:ext uri="{BB962C8B-B14F-4D97-AF65-F5344CB8AC3E}">
        <p14:creationId xmlns:p14="http://schemas.microsoft.com/office/powerpoint/2010/main" val="105451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2A42297-3623-1F18-3674-42E319074359}"/>
              </a:ext>
            </a:extLst>
          </p:cNvPr>
          <p:cNvSpPr txBox="1"/>
          <p:nvPr/>
        </p:nvSpPr>
        <p:spPr>
          <a:xfrm>
            <a:off x="316523" y="316524"/>
            <a:ext cx="2848708" cy="830997"/>
          </a:xfrm>
          <a:prstGeom prst="rect">
            <a:avLst/>
          </a:prstGeom>
          <a:noFill/>
        </p:spPr>
        <p:txBody>
          <a:bodyPr wrap="square" rtlCol="0">
            <a:spAutoFit/>
          </a:bodyPr>
          <a:lstStyle/>
          <a:p>
            <a:pPr algn="ctr"/>
            <a:r>
              <a:rPr kumimoji="1" lang="ja-JP" altLang="en-US" sz="4800" dirty="0"/>
              <a:t>開発環境</a:t>
            </a:r>
          </a:p>
        </p:txBody>
      </p:sp>
      <p:sp>
        <p:nvSpPr>
          <p:cNvPr id="3" name="テキスト ボックス 2">
            <a:extLst>
              <a:ext uri="{FF2B5EF4-FFF2-40B4-BE49-F238E27FC236}">
                <a16:creationId xmlns:a16="http://schemas.microsoft.com/office/drawing/2014/main" id="{858ADF64-9D65-7DCB-862C-28D86E6858FE}"/>
              </a:ext>
            </a:extLst>
          </p:cNvPr>
          <p:cNvSpPr txBox="1"/>
          <p:nvPr/>
        </p:nvSpPr>
        <p:spPr>
          <a:xfrm>
            <a:off x="1184030" y="1778099"/>
            <a:ext cx="9823939" cy="3301801"/>
          </a:xfrm>
          <a:prstGeom prst="rect">
            <a:avLst/>
          </a:prstGeom>
          <a:noFill/>
        </p:spPr>
        <p:txBody>
          <a:bodyPr wrap="square" rtlCol="0">
            <a:spAutoFit/>
          </a:bodyPr>
          <a:lstStyle/>
          <a:p>
            <a:pPr>
              <a:lnSpc>
                <a:spcPct val="150000"/>
              </a:lnSpc>
            </a:pPr>
            <a:r>
              <a:rPr kumimoji="1" lang="ja-JP" altLang="en-US" sz="4800" dirty="0"/>
              <a:t>使用した言語：Ｃ言語、Ｃ＋＋言語</a:t>
            </a:r>
            <a:endParaRPr kumimoji="1" lang="en-US" altLang="ja-JP" sz="4800" dirty="0"/>
          </a:p>
          <a:p>
            <a:pPr>
              <a:lnSpc>
                <a:spcPct val="150000"/>
              </a:lnSpc>
            </a:pPr>
            <a:r>
              <a:rPr kumimoji="1" lang="ja-JP" altLang="en-US" sz="4800" dirty="0"/>
              <a:t>使用したライブラリ：ＤＸライブラリ</a:t>
            </a:r>
            <a:endParaRPr kumimoji="1" lang="en-US" altLang="ja-JP" sz="4800" dirty="0"/>
          </a:p>
          <a:p>
            <a:pPr>
              <a:lnSpc>
                <a:spcPct val="150000"/>
              </a:lnSpc>
            </a:pPr>
            <a:r>
              <a:rPr kumimoji="1" lang="ja-JP" altLang="en-US" sz="4800" dirty="0"/>
              <a:t>使用したソフト：</a:t>
            </a:r>
            <a:r>
              <a:rPr kumimoji="1" lang="en-US" altLang="ja-JP" sz="4800" dirty="0"/>
              <a:t>Visual Studio 2022</a:t>
            </a:r>
            <a:endParaRPr kumimoji="1" lang="ja-JP" altLang="en-US" sz="4800" dirty="0"/>
          </a:p>
        </p:txBody>
      </p:sp>
    </p:spTree>
    <p:extLst>
      <p:ext uri="{BB962C8B-B14F-4D97-AF65-F5344CB8AC3E}">
        <p14:creationId xmlns:p14="http://schemas.microsoft.com/office/powerpoint/2010/main" val="84279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7D2296B-763E-E5A1-5CE5-65741404BF15}"/>
              </a:ext>
            </a:extLst>
          </p:cNvPr>
          <p:cNvSpPr txBox="1"/>
          <p:nvPr/>
        </p:nvSpPr>
        <p:spPr>
          <a:xfrm>
            <a:off x="2205403" y="2459504"/>
            <a:ext cx="7781193" cy="1938992"/>
          </a:xfrm>
          <a:prstGeom prst="rect">
            <a:avLst/>
          </a:prstGeom>
          <a:noFill/>
        </p:spPr>
        <p:txBody>
          <a:bodyPr wrap="square" rtlCol="0">
            <a:spAutoFit/>
          </a:bodyPr>
          <a:lstStyle/>
          <a:p>
            <a:pPr algn="ctr"/>
            <a:r>
              <a:rPr kumimoji="1" lang="ja-JP" altLang="en-US" sz="6000" dirty="0"/>
              <a:t>ここからは動画で説明していきたいと思います</a:t>
            </a:r>
          </a:p>
        </p:txBody>
      </p:sp>
    </p:spTree>
    <p:extLst>
      <p:ext uri="{BB962C8B-B14F-4D97-AF65-F5344CB8AC3E}">
        <p14:creationId xmlns:p14="http://schemas.microsoft.com/office/powerpoint/2010/main" val="538187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FF0CF4B-FBFC-A2E4-89F7-8E66FC177ECA}"/>
              </a:ext>
            </a:extLst>
          </p:cNvPr>
          <p:cNvSpPr txBox="1"/>
          <p:nvPr/>
        </p:nvSpPr>
        <p:spPr>
          <a:xfrm>
            <a:off x="375139" y="445477"/>
            <a:ext cx="7326923" cy="830997"/>
          </a:xfrm>
          <a:prstGeom prst="rect">
            <a:avLst/>
          </a:prstGeom>
          <a:noFill/>
        </p:spPr>
        <p:txBody>
          <a:bodyPr wrap="square" rtlCol="0">
            <a:spAutoFit/>
          </a:bodyPr>
          <a:lstStyle/>
          <a:p>
            <a:r>
              <a:rPr kumimoji="1" lang="ja-JP" altLang="en-US" sz="4800" dirty="0"/>
              <a:t>頑張ったこと・意識したこと</a:t>
            </a:r>
          </a:p>
        </p:txBody>
      </p:sp>
      <p:sp>
        <p:nvSpPr>
          <p:cNvPr id="3" name="テキスト ボックス 2">
            <a:extLst>
              <a:ext uri="{FF2B5EF4-FFF2-40B4-BE49-F238E27FC236}">
                <a16:creationId xmlns:a16="http://schemas.microsoft.com/office/drawing/2014/main" id="{2238382D-DCFB-72E3-600A-2983FE8B4D02}"/>
              </a:ext>
            </a:extLst>
          </p:cNvPr>
          <p:cNvSpPr txBox="1"/>
          <p:nvPr/>
        </p:nvSpPr>
        <p:spPr>
          <a:xfrm>
            <a:off x="773723" y="2425135"/>
            <a:ext cx="10644554" cy="2007729"/>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kumimoji="1" lang="ja-JP" altLang="en-US" sz="4400" dirty="0"/>
              <a:t>マップチップの衝突判定</a:t>
            </a:r>
            <a:endParaRPr kumimoji="1" lang="en-US" altLang="ja-JP" sz="4400" dirty="0"/>
          </a:p>
          <a:p>
            <a:pPr marL="571500" indent="-571500">
              <a:lnSpc>
                <a:spcPct val="150000"/>
              </a:lnSpc>
              <a:buFont typeface="Arial" panose="020B0604020202020204" pitchFamily="34" charset="0"/>
              <a:buChar char="•"/>
            </a:pPr>
            <a:r>
              <a:rPr kumimoji="1" lang="ja-JP" altLang="en-US" sz="4400" dirty="0"/>
              <a:t>ユーザー目線に立って考えたこと</a:t>
            </a:r>
          </a:p>
        </p:txBody>
      </p:sp>
    </p:spTree>
    <p:extLst>
      <p:ext uri="{BB962C8B-B14F-4D97-AF65-F5344CB8AC3E}">
        <p14:creationId xmlns:p14="http://schemas.microsoft.com/office/powerpoint/2010/main" val="252093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61EA56C-AB96-1968-AF87-DF8B41CA8A90}"/>
              </a:ext>
            </a:extLst>
          </p:cNvPr>
          <p:cNvSpPr txBox="1"/>
          <p:nvPr/>
        </p:nvSpPr>
        <p:spPr>
          <a:xfrm>
            <a:off x="316523" y="445477"/>
            <a:ext cx="6541477" cy="830997"/>
          </a:xfrm>
          <a:prstGeom prst="rect">
            <a:avLst/>
          </a:prstGeom>
          <a:noFill/>
        </p:spPr>
        <p:txBody>
          <a:bodyPr wrap="square" rtlCol="0">
            <a:spAutoFit/>
          </a:bodyPr>
          <a:lstStyle/>
          <a:p>
            <a:r>
              <a:rPr kumimoji="1" lang="ja-JP" altLang="en-US" sz="4800" dirty="0"/>
              <a:t>マップチップの衝突判定</a:t>
            </a:r>
          </a:p>
        </p:txBody>
      </p:sp>
      <p:pic>
        <p:nvPicPr>
          <p:cNvPr id="5" name="図 4">
            <a:extLst>
              <a:ext uri="{FF2B5EF4-FFF2-40B4-BE49-F238E27FC236}">
                <a16:creationId xmlns:a16="http://schemas.microsoft.com/office/drawing/2014/main" id="{93DEC5BE-8C34-AA2A-1A9C-8224A07FCD0C}"/>
              </a:ext>
            </a:extLst>
          </p:cNvPr>
          <p:cNvPicPr>
            <a:picLocks noChangeAspect="1"/>
          </p:cNvPicPr>
          <p:nvPr/>
        </p:nvPicPr>
        <p:blipFill>
          <a:blip r:embed="rId3"/>
          <a:stretch>
            <a:fillRect/>
          </a:stretch>
        </p:blipFill>
        <p:spPr>
          <a:xfrm>
            <a:off x="1117539" y="1392179"/>
            <a:ext cx="9956922" cy="4073642"/>
          </a:xfrm>
          <a:prstGeom prst="rect">
            <a:avLst/>
          </a:prstGeom>
        </p:spPr>
      </p:pic>
    </p:spTree>
    <p:extLst>
      <p:ext uri="{BB962C8B-B14F-4D97-AF65-F5344CB8AC3E}">
        <p14:creationId xmlns:p14="http://schemas.microsoft.com/office/powerpoint/2010/main" val="1205207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E6C2670-282A-B607-204D-F573FCC1B7FD}"/>
              </a:ext>
            </a:extLst>
          </p:cNvPr>
          <p:cNvPicPr>
            <a:picLocks noChangeAspect="1"/>
          </p:cNvPicPr>
          <p:nvPr/>
        </p:nvPicPr>
        <p:blipFill>
          <a:blip r:embed="rId3"/>
          <a:stretch>
            <a:fillRect/>
          </a:stretch>
        </p:blipFill>
        <p:spPr>
          <a:xfrm>
            <a:off x="363416" y="1576754"/>
            <a:ext cx="5309512" cy="3972852"/>
          </a:xfrm>
          <a:prstGeom prst="rect">
            <a:avLst/>
          </a:prstGeom>
        </p:spPr>
      </p:pic>
      <p:pic>
        <p:nvPicPr>
          <p:cNvPr id="5" name="図 4">
            <a:extLst>
              <a:ext uri="{FF2B5EF4-FFF2-40B4-BE49-F238E27FC236}">
                <a16:creationId xmlns:a16="http://schemas.microsoft.com/office/drawing/2014/main" id="{164F6487-26F6-4806-FFE0-867478576716}"/>
              </a:ext>
            </a:extLst>
          </p:cNvPr>
          <p:cNvPicPr>
            <a:picLocks noChangeAspect="1"/>
          </p:cNvPicPr>
          <p:nvPr/>
        </p:nvPicPr>
        <p:blipFill>
          <a:blip r:embed="rId4"/>
          <a:stretch>
            <a:fillRect/>
          </a:stretch>
        </p:blipFill>
        <p:spPr>
          <a:xfrm>
            <a:off x="6519072" y="1554172"/>
            <a:ext cx="5309512" cy="3995434"/>
          </a:xfrm>
          <a:prstGeom prst="rect">
            <a:avLst/>
          </a:prstGeom>
        </p:spPr>
      </p:pic>
      <p:sp>
        <p:nvSpPr>
          <p:cNvPr id="6" name="テキスト ボックス 5">
            <a:extLst>
              <a:ext uri="{FF2B5EF4-FFF2-40B4-BE49-F238E27FC236}">
                <a16:creationId xmlns:a16="http://schemas.microsoft.com/office/drawing/2014/main" id="{7C0D41B0-A54C-ACA9-E35B-D8A1A834B898}"/>
              </a:ext>
            </a:extLst>
          </p:cNvPr>
          <p:cNvSpPr txBox="1"/>
          <p:nvPr/>
        </p:nvSpPr>
        <p:spPr>
          <a:xfrm>
            <a:off x="363416" y="293077"/>
            <a:ext cx="10374922" cy="830997"/>
          </a:xfrm>
          <a:prstGeom prst="rect">
            <a:avLst/>
          </a:prstGeom>
          <a:noFill/>
        </p:spPr>
        <p:txBody>
          <a:bodyPr wrap="square" rtlCol="0">
            <a:spAutoFit/>
          </a:bodyPr>
          <a:lstStyle/>
          <a:p>
            <a:r>
              <a:rPr kumimoji="1" lang="ja-JP" altLang="en-US" sz="4800" dirty="0"/>
              <a:t>ユーザー目線に立って考えたこと</a:t>
            </a:r>
          </a:p>
        </p:txBody>
      </p:sp>
    </p:spTree>
    <p:extLst>
      <p:ext uri="{BB962C8B-B14F-4D97-AF65-F5344CB8AC3E}">
        <p14:creationId xmlns:p14="http://schemas.microsoft.com/office/powerpoint/2010/main" val="775022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05DFEF2-7AE0-26BC-E6F5-220F58B67845}"/>
              </a:ext>
            </a:extLst>
          </p:cNvPr>
          <p:cNvSpPr txBox="1"/>
          <p:nvPr/>
        </p:nvSpPr>
        <p:spPr>
          <a:xfrm>
            <a:off x="328246" y="177302"/>
            <a:ext cx="3247292" cy="830997"/>
          </a:xfrm>
          <a:prstGeom prst="rect">
            <a:avLst/>
          </a:prstGeom>
          <a:noFill/>
        </p:spPr>
        <p:txBody>
          <a:bodyPr wrap="square" rtlCol="0">
            <a:spAutoFit/>
          </a:bodyPr>
          <a:lstStyle/>
          <a:p>
            <a:r>
              <a:rPr kumimoji="1" lang="ja-JP" altLang="en-US" sz="4800" dirty="0"/>
              <a:t>技術的要素</a:t>
            </a:r>
          </a:p>
        </p:txBody>
      </p:sp>
      <p:sp>
        <p:nvSpPr>
          <p:cNvPr id="3" name="テキスト ボックス 2">
            <a:extLst>
              <a:ext uri="{FF2B5EF4-FFF2-40B4-BE49-F238E27FC236}">
                <a16:creationId xmlns:a16="http://schemas.microsoft.com/office/drawing/2014/main" id="{0D5B5209-8C34-4592-AD6A-2344E4B49515}"/>
              </a:ext>
            </a:extLst>
          </p:cNvPr>
          <p:cNvSpPr txBox="1"/>
          <p:nvPr/>
        </p:nvSpPr>
        <p:spPr>
          <a:xfrm>
            <a:off x="2321171" y="968386"/>
            <a:ext cx="6119446" cy="1569660"/>
          </a:xfrm>
          <a:prstGeom prst="rect">
            <a:avLst/>
          </a:prstGeom>
          <a:noFill/>
        </p:spPr>
        <p:txBody>
          <a:bodyPr wrap="square" rtlCol="0">
            <a:spAutoFit/>
          </a:bodyPr>
          <a:lstStyle/>
          <a:p>
            <a:pPr algn="ctr"/>
            <a:r>
              <a:rPr kumimoji="1" lang="ja-JP" altLang="en-US" sz="4800" dirty="0"/>
              <a:t>今回は初めてクラスや継承使いました</a:t>
            </a:r>
          </a:p>
        </p:txBody>
      </p:sp>
      <p:pic>
        <p:nvPicPr>
          <p:cNvPr id="5" name="図 4">
            <a:extLst>
              <a:ext uri="{FF2B5EF4-FFF2-40B4-BE49-F238E27FC236}">
                <a16:creationId xmlns:a16="http://schemas.microsoft.com/office/drawing/2014/main" id="{7CE8C6BD-A9D8-209F-4886-D15067E347E2}"/>
              </a:ext>
            </a:extLst>
          </p:cNvPr>
          <p:cNvPicPr>
            <a:picLocks noChangeAspect="1"/>
          </p:cNvPicPr>
          <p:nvPr/>
        </p:nvPicPr>
        <p:blipFill>
          <a:blip r:embed="rId3"/>
          <a:stretch>
            <a:fillRect/>
          </a:stretch>
        </p:blipFill>
        <p:spPr>
          <a:xfrm>
            <a:off x="2203935" y="2538046"/>
            <a:ext cx="2919047" cy="3762151"/>
          </a:xfrm>
          <a:prstGeom prst="rect">
            <a:avLst/>
          </a:prstGeom>
        </p:spPr>
      </p:pic>
      <p:pic>
        <p:nvPicPr>
          <p:cNvPr id="7" name="図 6">
            <a:extLst>
              <a:ext uri="{FF2B5EF4-FFF2-40B4-BE49-F238E27FC236}">
                <a16:creationId xmlns:a16="http://schemas.microsoft.com/office/drawing/2014/main" id="{01FA73B1-4D1C-E3C0-7965-6A9CDB6C05AC}"/>
              </a:ext>
            </a:extLst>
          </p:cNvPr>
          <p:cNvPicPr>
            <a:picLocks noChangeAspect="1"/>
          </p:cNvPicPr>
          <p:nvPr/>
        </p:nvPicPr>
        <p:blipFill>
          <a:blip r:embed="rId4"/>
          <a:stretch>
            <a:fillRect/>
          </a:stretch>
        </p:blipFill>
        <p:spPr>
          <a:xfrm>
            <a:off x="7744929" y="2531725"/>
            <a:ext cx="3818058" cy="3768472"/>
          </a:xfrm>
          <a:prstGeom prst="rect">
            <a:avLst/>
          </a:prstGeom>
        </p:spPr>
      </p:pic>
      <p:sp>
        <p:nvSpPr>
          <p:cNvPr id="8" name="テキスト ボックス 7">
            <a:extLst>
              <a:ext uri="{FF2B5EF4-FFF2-40B4-BE49-F238E27FC236}">
                <a16:creationId xmlns:a16="http://schemas.microsoft.com/office/drawing/2014/main" id="{FC56973F-DAA2-BD6C-379F-4F7D963A858E}"/>
              </a:ext>
            </a:extLst>
          </p:cNvPr>
          <p:cNvSpPr txBox="1"/>
          <p:nvPr/>
        </p:nvSpPr>
        <p:spPr>
          <a:xfrm>
            <a:off x="-187573" y="2531725"/>
            <a:ext cx="2790091" cy="830997"/>
          </a:xfrm>
          <a:prstGeom prst="rect">
            <a:avLst/>
          </a:prstGeom>
          <a:noFill/>
        </p:spPr>
        <p:txBody>
          <a:bodyPr wrap="square" rtlCol="0">
            <a:spAutoFit/>
          </a:bodyPr>
          <a:lstStyle/>
          <a:p>
            <a:pPr algn="ctr"/>
            <a:r>
              <a:rPr kumimoji="1" lang="ja-JP" altLang="en-US" sz="4800" dirty="0"/>
              <a:t>クラス</a:t>
            </a:r>
          </a:p>
        </p:txBody>
      </p:sp>
      <p:sp>
        <p:nvSpPr>
          <p:cNvPr id="9" name="テキスト ボックス 8">
            <a:extLst>
              <a:ext uri="{FF2B5EF4-FFF2-40B4-BE49-F238E27FC236}">
                <a16:creationId xmlns:a16="http://schemas.microsoft.com/office/drawing/2014/main" id="{969D54B4-D0DE-53CE-EFDE-7B0D2A1AE121}"/>
              </a:ext>
            </a:extLst>
          </p:cNvPr>
          <p:cNvSpPr txBox="1"/>
          <p:nvPr/>
        </p:nvSpPr>
        <p:spPr>
          <a:xfrm>
            <a:off x="6095998" y="2531724"/>
            <a:ext cx="1418492" cy="830997"/>
          </a:xfrm>
          <a:prstGeom prst="rect">
            <a:avLst/>
          </a:prstGeom>
          <a:noFill/>
        </p:spPr>
        <p:txBody>
          <a:bodyPr wrap="square" rtlCol="0">
            <a:spAutoFit/>
          </a:bodyPr>
          <a:lstStyle/>
          <a:p>
            <a:r>
              <a:rPr kumimoji="1" lang="ja-JP" altLang="en-US" sz="4800" dirty="0"/>
              <a:t>継承</a:t>
            </a:r>
          </a:p>
        </p:txBody>
      </p:sp>
    </p:spTree>
    <p:extLst>
      <p:ext uri="{BB962C8B-B14F-4D97-AF65-F5344CB8AC3E}">
        <p14:creationId xmlns:p14="http://schemas.microsoft.com/office/powerpoint/2010/main" val="286001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0BD0E0-633A-425F-F362-2A880C141A83}"/>
              </a:ext>
            </a:extLst>
          </p:cNvPr>
          <p:cNvSpPr txBox="1"/>
          <p:nvPr/>
        </p:nvSpPr>
        <p:spPr>
          <a:xfrm>
            <a:off x="961292" y="1905506"/>
            <a:ext cx="10269416" cy="3046988"/>
          </a:xfrm>
          <a:prstGeom prst="rect">
            <a:avLst/>
          </a:prstGeom>
          <a:noFill/>
        </p:spPr>
        <p:txBody>
          <a:bodyPr wrap="square" rtlCol="0">
            <a:spAutoFit/>
          </a:bodyPr>
          <a:lstStyle/>
          <a:p>
            <a:pPr algn="ctr"/>
            <a:r>
              <a:rPr kumimoji="1" lang="ja-JP" altLang="en-US" sz="9600" dirty="0"/>
              <a:t>今から試遊タイムにしたいと思います</a:t>
            </a:r>
            <a:endParaRPr kumimoji="1" lang="en-US" altLang="ja-JP" sz="9600" dirty="0"/>
          </a:p>
        </p:txBody>
      </p:sp>
    </p:spTree>
    <p:extLst>
      <p:ext uri="{BB962C8B-B14F-4D97-AF65-F5344CB8AC3E}">
        <p14:creationId xmlns:p14="http://schemas.microsoft.com/office/powerpoint/2010/main" val="836477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13C825F-D8AF-37BC-EB24-82B512FF623B}"/>
              </a:ext>
            </a:extLst>
          </p:cNvPr>
          <p:cNvSpPr txBox="1"/>
          <p:nvPr/>
        </p:nvSpPr>
        <p:spPr>
          <a:xfrm>
            <a:off x="1318846" y="1905506"/>
            <a:ext cx="9554308" cy="3046988"/>
          </a:xfrm>
          <a:prstGeom prst="rect">
            <a:avLst/>
          </a:prstGeom>
          <a:noFill/>
        </p:spPr>
        <p:txBody>
          <a:bodyPr wrap="square" rtlCol="0">
            <a:spAutoFit/>
          </a:bodyPr>
          <a:lstStyle/>
          <a:p>
            <a:pPr algn="ctr"/>
            <a:r>
              <a:rPr kumimoji="1" lang="ja-JP" altLang="en-US" sz="9600" dirty="0"/>
              <a:t>ご清聴ありがとうございました</a:t>
            </a:r>
          </a:p>
        </p:txBody>
      </p:sp>
    </p:spTree>
    <p:extLst>
      <p:ext uri="{BB962C8B-B14F-4D97-AF65-F5344CB8AC3E}">
        <p14:creationId xmlns:p14="http://schemas.microsoft.com/office/powerpoint/2010/main" val="2197646439"/>
      </p:ext>
    </p:extLst>
  </p:cSld>
  <p:clrMapOvr>
    <a:masterClrMapping/>
  </p:clrMapOvr>
</p:sld>
</file>

<file path=ppt/theme/theme1.xml><?xml version="1.0" encoding="utf-8"?>
<a:theme xmlns:a="http://schemas.openxmlformats.org/drawingml/2006/main" name="レトロスペクト">
  <a:themeElements>
    <a:clrScheme name="青緑">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1528</TotalTime>
  <Words>982</Words>
  <Application>Microsoft Office PowerPoint</Application>
  <PresentationFormat>ワイド画面</PresentationFormat>
  <Paragraphs>79</Paragraphs>
  <Slides>13</Slides>
  <Notes>12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Arial</vt:lpstr>
      <vt:lpstr>Calibri</vt:lpstr>
      <vt:lpstr>Calibri Light</vt:lpstr>
      <vt:lpstr>レトロスペクト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寺師 遼</dc:creator>
  <cp:lastModifiedBy>寺師 遼</cp:lastModifiedBy>
  <cp:revision>4</cp:revision>
  <dcterms:created xsi:type="dcterms:W3CDTF">2023-02-11T13:24:14Z</dcterms:created>
  <dcterms:modified xsi:type="dcterms:W3CDTF">2023-02-12T14:59:10Z</dcterms:modified>
</cp:coreProperties>
</file>